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48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D3210-9C59-CF90-B9A7-946B4766F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531C1-8EB7-5A2F-1CA9-49B443D19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75D16-FC6B-2BDA-AD10-0F027A80F2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72833-B601-6142-96C9-09FF48214A0C}" type="datetimeFigureOut">
              <a:rPr lang="en-US" smtClean="0"/>
              <a:t>9/5/25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E2C0A-140E-5F1D-760E-66E784A63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1316D-4B73-F962-65CF-6DBEC04CC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28AA7-0E88-194E-8336-B7059D010E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84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2179C5-F57C-956D-E9F2-DCD532C119A3}"/>
              </a:ext>
            </a:extLst>
          </p:cNvPr>
          <p:cNvSpPr txBox="1"/>
          <p:nvPr/>
        </p:nvSpPr>
        <p:spPr>
          <a:xfrm>
            <a:off x="4445876" y="147145"/>
            <a:ext cx="301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MouseGestures Infrastructure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E7758-0F8C-6302-B1ED-B8679EEFE8BB}"/>
              </a:ext>
            </a:extLst>
          </p:cNvPr>
          <p:cNvSpPr txBox="1"/>
          <p:nvPr/>
        </p:nvSpPr>
        <p:spPr>
          <a:xfrm>
            <a:off x="199411" y="5848438"/>
            <a:ext cx="174471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Logger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When Logging Enabled, Log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EA459-424A-E413-F8F8-57628F1FE95A}"/>
              </a:ext>
            </a:extLst>
          </p:cNvPr>
          <p:cNvSpPr txBox="1"/>
          <p:nvPr/>
        </p:nvSpPr>
        <p:spPr>
          <a:xfrm>
            <a:off x="7776476" y="2463260"/>
            <a:ext cx="1923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Action Manager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6F0C2F-BB7D-4BA6-AAC9-0FC7C7BF7DA3}"/>
              </a:ext>
            </a:extLst>
          </p:cNvPr>
          <p:cNvSpPr txBox="1"/>
          <p:nvPr/>
        </p:nvSpPr>
        <p:spPr>
          <a:xfrm>
            <a:off x="2597194" y="1148740"/>
            <a:ext cx="1744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Change Action 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D22FBD-A1B3-FB9F-16D5-B65949FAFCE2}"/>
              </a:ext>
            </a:extLst>
          </p:cNvPr>
          <p:cNvSpPr txBox="1"/>
          <p:nvPr/>
        </p:nvSpPr>
        <p:spPr>
          <a:xfrm>
            <a:off x="9218926" y="4010220"/>
            <a:ext cx="181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Bundle Actions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BBDFED-DE44-FB35-38EA-F6F628CD23D3}"/>
              </a:ext>
            </a:extLst>
          </p:cNvPr>
          <p:cNvSpPr txBox="1"/>
          <p:nvPr/>
        </p:nvSpPr>
        <p:spPr>
          <a:xfrm>
            <a:off x="2586080" y="2293983"/>
            <a:ext cx="2233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Detect Activator</a:t>
            </a:r>
          </a:p>
          <a:p>
            <a:pPr algn="ctr"/>
            <a:r>
              <a:rPr lang="en-US" sz="1100" dirty="0"/>
              <a:t>Keyboard Shortcut</a:t>
            </a:r>
          </a:p>
          <a:p>
            <a:pPr algn="ctr"/>
            <a:r>
              <a:rPr lang="en-US" sz="1100" dirty="0"/>
              <a:t>Screen Zones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49960BF-E5FB-E37E-261F-355C881AF377}"/>
              </a:ext>
            </a:extLst>
          </p:cNvPr>
          <p:cNvCxnSpPr>
            <a:cxnSpLocks/>
            <a:stCxn id="23" idx="3"/>
            <a:endCxn id="28" idx="1"/>
          </p:cNvCxnSpPr>
          <p:nvPr/>
        </p:nvCxnSpPr>
        <p:spPr>
          <a:xfrm>
            <a:off x="4819648" y="2647926"/>
            <a:ext cx="5339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01AABBC-6B1E-05A6-84E5-D8597FEC65CB}"/>
              </a:ext>
            </a:extLst>
          </p:cNvPr>
          <p:cNvSpPr txBox="1"/>
          <p:nvPr/>
        </p:nvSpPr>
        <p:spPr>
          <a:xfrm>
            <a:off x="5353597" y="2240122"/>
            <a:ext cx="171677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Find Actions in List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3AC6D2-832B-7C46-9B85-AEBC293DA6FB}"/>
              </a:ext>
            </a:extLst>
          </p:cNvPr>
          <p:cNvCxnSpPr>
            <a:cxnSpLocks/>
            <a:stCxn id="28" idx="3"/>
            <a:endCxn id="8" idx="1"/>
          </p:cNvCxnSpPr>
          <p:nvPr/>
        </p:nvCxnSpPr>
        <p:spPr>
          <a:xfrm>
            <a:off x="7070371" y="2647926"/>
            <a:ext cx="706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D0E2E4A-00FD-A1E7-D027-FCAD77CA32E4}"/>
              </a:ext>
            </a:extLst>
          </p:cNvPr>
          <p:cNvSpPr/>
          <p:nvPr/>
        </p:nvSpPr>
        <p:spPr>
          <a:xfrm>
            <a:off x="2586080" y="2002539"/>
            <a:ext cx="7463614" cy="1264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B1658B-78BD-29B2-C980-8478C3D00D08}"/>
              </a:ext>
            </a:extLst>
          </p:cNvPr>
          <p:cNvSpPr txBox="1"/>
          <p:nvPr/>
        </p:nvSpPr>
        <p:spPr>
          <a:xfrm>
            <a:off x="4797930" y="1202602"/>
            <a:ext cx="282810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Configuration Profiles</a:t>
            </a:r>
          </a:p>
          <a:p>
            <a:pPr algn="ctr"/>
            <a:r>
              <a:rPr lang="en-US" sz="1100" dirty="0"/>
              <a:t>Change Action List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49960BF-E5FB-E37E-261F-355C881AF377}"/>
              </a:ext>
            </a:extLst>
          </p:cNvPr>
          <p:cNvCxnSpPr>
            <a:cxnSpLocks/>
            <a:stCxn id="46" idx="2"/>
            <a:endCxn id="28" idx="0"/>
          </p:cNvCxnSpPr>
          <p:nvPr/>
        </p:nvCxnSpPr>
        <p:spPr>
          <a:xfrm>
            <a:off x="6211984" y="1741211"/>
            <a:ext cx="0" cy="498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4F884EE-9C3D-BE70-CA17-D05F251779AF}"/>
              </a:ext>
            </a:extLst>
          </p:cNvPr>
          <p:cNvSpPr txBox="1"/>
          <p:nvPr/>
        </p:nvSpPr>
        <p:spPr>
          <a:xfrm>
            <a:off x="220725" y="5081607"/>
            <a:ext cx="174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Saved Actions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49960BF-E5FB-E37E-261F-355C881AF377}"/>
              </a:ext>
            </a:extLst>
          </p:cNvPr>
          <p:cNvCxnSpPr>
            <a:cxnSpLocks/>
            <a:stCxn id="9" idx="3"/>
            <a:endCxn id="46" idx="1"/>
          </p:cNvCxnSpPr>
          <p:nvPr/>
        </p:nvCxnSpPr>
        <p:spPr>
          <a:xfrm>
            <a:off x="4341912" y="1471906"/>
            <a:ext cx="4560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18BFD4A-AE4B-4D1B-DF38-775FF4D939DB}"/>
              </a:ext>
            </a:extLst>
          </p:cNvPr>
          <p:cNvCxnSpPr>
            <a:cxnSpLocks/>
            <a:stCxn id="52" idx="0"/>
            <a:endCxn id="119" idx="2"/>
          </p:cNvCxnSpPr>
          <p:nvPr/>
        </p:nvCxnSpPr>
        <p:spPr>
          <a:xfrm flipV="1">
            <a:off x="1093084" y="4523167"/>
            <a:ext cx="0" cy="558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AEC4F4E-5FEF-9FCB-7341-F4CFE703F8F9}"/>
              </a:ext>
            </a:extLst>
          </p:cNvPr>
          <p:cNvSpPr txBox="1"/>
          <p:nvPr/>
        </p:nvSpPr>
        <p:spPr>
          <a:xfrm>
            <a:off x="6919882" y="4015336"/>
            <a:ext cx="181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Plugin Manager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8006D33-83DA-2690-3FE4-3B260A0FE0EB}"/>
              </a:ext>
            </a:extLst>
          </p:cNvPr>
          <p:cNvCxnSpPr>
            <a:cxnSpLocks/>
            <a:stCxn id="8" idx="2"/>
            <a:endCxn id="65" idx="0"/>
          </p:cNvCxnSpPr>
          <p:nvPr/>
        </p:nvCxnSpPr>
        <p:spPr>
          <a:xfrm flipH="1">
            <a:off x="7829027" y="2832592"/>
            <a:ext cx="909146" cy="1182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F7B130A-A0A7-4339-87C3-E6068EADED6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738173" y="2832592"/>
            <a:ext cx="1389898" cy="1177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3DFEE1B-8B15-6D1A-90F0-EAFBA8387B36}"/>
              </a:ext>
            </a:extLst>
          </p:cNvPr>
          <p:cNvCxnSpPr>
            <a:cxnSpLocks/>
            <a:stCxn id="10" idx="1"/>
            <a:endCxn id="65" idx="3"/>
          </p:cNvCxnSpPr>
          <p:nvPr/>
        </p:nvCxnSpPr>
        <p:spPr>
          <a:xfrm flipH="1">
            <a:off x="8738172" y="4194886"/>
            <a:ext cx="480754" cy="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05DEB28C-F1B7-1092-9716-F43374673F4D}"/>
              </a:ext>
            </a:extLst>
          </p:cNvPr>
          <p:cNvSpPr txBox="1"/>
          <p:nvPr/>
        </p:nvSpPr>
        <p:spPr>
          <a:xfrm>
            <a:off x="277777" y="1010241"/>
            <a:ext cx="1630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Selects from Action List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BF94474-8359-5B9F-41D0-907101C20E51}"/>
              </a:ext>
            </a:extLst>
          </p:cNvPr>
          <p:cNvCxnSpPr>
            <a:cxnSpLocks/>
            <a:stCxn id="83" idx="3"/>
            <a:endCxn id="9" idx="1"/>
          </p:cNvCxnSpPr>
          <p:nvPr/>
        </p:nvCxnSpPr>
        <p:spPr>
          <a:xfrm>
            <a:off x="1908391" y="1471906"/>
            <a:ext cx="688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A823766-D2EC-BE17-E7F8-1B35AF153A70}"/>
              </a:ext>
            </a:extLst>
          </p:cNvPr>
          <p:cNvSpPr txBox="1"/>
          <p:nvPr/>
        </p:nvSpPr>
        <p:spPr>
          <a:xfrm>
            <a:off x="220725" y="3876836"/>
            <a:ext cx="1744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Available Actions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C4B2BE9-7666-2173-7C29-81745A1D4509}"/>
              </a:ext>
            </a:extLst>
          </p:cNvPr>
          <p:cNvCxnSpPr>
            <a:cxnSpLocks/>
            <a:stCxn id="65" idx="1"/>
            <a:endCxn id="119" idx="3"/>
          </p:cNvCxnSpPr>
          <p:nvPr/>
        </p:nvCxnSpPr>
        <p:spPr>
          <a:xfrm flipH="1">
            <a:off x="1965443" y="4200002"/>
            <a:ext cx="49544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71F016D1-6283-53A8-BCE3-46F56FE40690}"/>
              </a:ext>
            </a:extLst>
          </p:cNvPr>
          <p:cNvCxnSpPr>
            <a:cxnSpLocks/>
            <a:stCxn id="119" idx="0"/>
            <a:endCxn id="83" idx="2"/>
          </p:cNvCxnSpPr>
          <p:nvPr/>
        </p:nvCxnSpPr>
        <p:spPr>
          <a:xfrm flipV="1">
            <a:off x="1093084" y="1933571"/>
            <a:ext cx="0" cy="1943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8A40B3AB-4371-8ED6-AFAB-2C4B10569809}"/>
              </a:ext>
            </a:extLst>
          </p:cNvPr>
          <p:cNvSpPr txBox="1"/>
          <p:nvPr/>
        </p:nvSpPr>
        <p:spPr>
          <a:xfrm>
            <a:off x="6919882" y="4594280"/>
            <a:ext cx="181829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Plugins</a:t>
            </a:r>
          </a:p>
          <a:p>
            <a:pPr algn="ctr"/>
            <a:r>
              <a:rPr lang="en-US" sz="1100" dirty="0"/>
              <a:t>Define Actions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D1827BE-89E1-5D97-E62B-3E033905144B}"/>
              </a:ext>
            </a:extLst>
          </p:cNvPr>
          <p:cNvSpPr txBox="1"/>
          <p:nvPr/>
        </p:nvSpPr>
        <p:spPr>
          <a:xfrm>
            <a:off x="4996489" y="5028804"/>
            <a:ext cx="1923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Execute Actions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6583C3ED-6B68-1DAA-0552-855F037C4B16}"/>
              </a:ext>
            </a:extLst>
          </p:cNvPr>
          <p:cNvCxnSpPr>
            <a:cxnSpLocks/>
          </p:cNvCxnSpPr>
          <p:nvPr/>
        </p:nvCxnSpPr>
        <p:spPr>
          <a:xfrm flipV="1">
            <a:off x="7767789" y="4384668"/>
            <a:ext cx="0" cy="209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FF02CBB0-41BA-C156-56B9-5FBF5DCAA640}"/>
              </a:ext>
            </a:extLst>
          </p:cNvPr>
          <p:cNvCxnSpPr>
            <a:cxnSpLocks/>
          </p:cNvCxnSpPr>
          <p:nvPr/>
        </p:nvCxnSpPr>
        <p:spPr>
          <a:xfrm flipH="1">
            <a:off x="5667790" y="4422056"/>
            <a:ext cx="1870841" cy="644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08970B38-C816-7D2E-5A8D-87F5CB0152E7}"/>
              </a:ext>
            </a:extLst>
          </p:cNvPr>
          <p:cNvCxnSpPr>
            <a:cxnSpLocks/>
          </p:cNvCxnSpPr>
          <p:nvPr/>
        </p:nvCxnSpPr>
        <p:spPr>
          <a:xfrm>
            <a:off x="7859528" y="4382110"/>
            <a:ext cx="0" cy="214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74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C25C8-770C-B332-156E-A08728B3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CEB8C4-FE1D-2F6E-43B6-C2F9C17AAC25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>
            <a:off x="1483044" y="2094457"/>
            <a:ext cx="1256304" cy="133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2B6FEA7-993D-599F-1FF3-1CB87B5A7170}"/>
              </a:ext>
            </a:extLst>
          </p:cNvPr>
          <p:cNvGrpSpPr/>
          <p:nvPr/>
        </p:nvGrpSpPr>
        <p:grpSpPr>
          <a:xfrm>
            <a:off x="198459" y="1681417"/>
            <a:ext cx="1316903" cy="759287"/>
            <a:chOff x="555510" y="478975"/>
            <a:chExt cx="1316903" cy="75928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1EA7731-02C8-7258-C7A2-1E113FB7C2A8}"/>
                </a:ext>
              </a:extLst>
            </p:cNvPr>
            <p:cNvSpPr txBox="1"/>
            <p:nvPr/>
          </p:nvSpPr>
          <p:spPr>
            <a:xfrm>
              <a:off x="587829" y="622710"/>
              <a:ext cx="125226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main.swift</a:t>
              </a:r>
            </a:p>
            <a:p>
              <a:pPr algn="ctr"/>
              <a:r>
                <a:rPr lang="en-US" sz="1100" dirty="0"/>
                <a:t>Initialize App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8D1A30B-CC3B-DDE2-D1C4-1FC2A32E3141}"/>
                </a:ext>
              </a:extLst>
            </p:cNvPr>
            <p:cNvSpPr/>
            <p:nvPr/>
          </p:nvSpPr>
          <p:spPr>
            <a:xfrm>
              <a:off x="555510" y="622710"/>
              <a:ext cx="1316903" cy="615552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447F8C-0456-3BE8-328E-B11D98740148}"/>
                </a:ext>
              </a:extLst>
            </p:cNvPr>
            <p:cNvSpPr/>
            <p:nvPr/>
          </p:nvSpPr>
          <p:spPr>
            <a:xfrm rot="10800000" flipV="1">
              <a:off x="555510" y="478975"/>
              <a:ext cx="1316903" cy="143734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u="sng" dirty="0">
                  <a:solidFill>
                    <a:schemeClr val="tx1"/>
                  </a:solidFill>
                </a:rPr>
                <a:t>Initialization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F83B57A-46AB-8610-46D6-BE68EAA9DB3D}"/>
              </a:ext>
            </a:extLst>
          </p:cNvPr>
          <p:cNvGrpSpPr/>
          <p:nvPr/>
        </p:nvGrpSpPr>
        <p:grpSpPr>
          <a:xfrm>
            <a:off x="736094" y="2440704"/>
            <a:ext cx="2864381" cy="923047"/>
            <a:chOff x="736094" y="957365"/>
            <a:chExt cx="2864381" cy="923047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6482ECC-E9FF-2A0A-0A23-879AD8C6B0B7}"/>
                </a:ext>
              </a:extLst>
            </p:cNvPr>
            <p:cNvCxnSpPr>
              <a:cxnSpLocks/>
              <a:stCxn id="19" idx="2"/>
              <a:endCxn id="21" idx="0"/>
            </p:cNvCxnSpPr>
            <p:nvPr/>
          </p:nvCxnSpPr>
          <p:spPr>
            <a:xfrm>
              <a:off x="856911" y="957365"/>
              <a:ext cx="2743564" cy="9230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3397947-03F8-159C-BBAF-2926AA6DDBAF}"/>
                </a:ext>
              </a:extLst>
            </p:cNvPr>
            <p:cNvSpPr txBox="1"/>
            <p:nvPr/>
          </p:nvSpPr>
          <p:spPr>
            <a:xfrm>
              <a:off x="736094" y="992201"/>
              <a:ext cx="11400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highlight>
                    <a:srgbClr val="C0C0C0"/>
                  </a:highlight>
                </a:rPr>
                <a:t>If No Menu Icon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90D4CD8-87B0-16F7-E572-1E8B85453F27}"/>
              </a:ext>
            </a:extLst>
          </p:cNvPr>
          <p:cNvGrpSpPr/>
          <p:nvPr/>
        </p:nvGrpSpPr>
        <p:grpSpPr>
          <a:xfrm>
            <a:off x="1906101" y="1681416"/>
            <a:ext cx="3388749" cy="2405992"/>
            <a:chOff x="1515362" y="363334"/>
            <a:chExt cx="3388749" cy="240599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42EE1A-1A62-6EB4-053F-6B89BBCFB705}"/>
                </a:ext>
              </a:extLst>
            </p:cNvPr>
            <p:cNvSpPr txBox="1"/>
            <p:nvPr/>
          </p:nvSpPr>
          <p:spPr>
            <a:xfrm>
              <a:off x="2348609" y="640733"/>
              <a:ext cx="1717329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MenuIcon.swift</a:t>
              </a:r>
            </a:p>
            <a:p>
              <a:pPr algn="ctr"/>
              <a:r>
                <a:rPr lang="en-US" sz="1100" dirty="0"/>
                <a:t>Create Menu Bar Icon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051E47-E12A-49A6-B824-FC2092222373}"/>
                </a:ext>
              </a:extLst>
            </p:cNvPr>
            <p:cNvSpPr txBox="1"/>
            <p:nvPr/>
          </p:nvSpPr>
          <p:spPr>
            <a:xfrm>
              <a:off x="1515362" y="2045669"/>
              <a:ext cx="3388748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PrefferencesWindowController.swift</a:t>
              </a:r>
            </a:p>
            <a:p>
              <a:pPr algn="ctr"/>
              <a:r>
                <a:rPr lang="en-US" sz="1100" dirty="0"/>
                <a:t>Manage Prefferences Window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972D0C8-F559-FB18-8122-489A1D6F4CE8}"/>
                </a:ext>
              </a:extLst>
            </p:cNvPr>
            <p:cNvCxnSpPr>
              <a:cxnSpLocks/>
              <a:stCxn id="12" idx="2"/>
              <a:endCxn id="21" idx="0"/>
            </p:cNvCxnSpPr>
            <p:nvPr/>
          </p:nvCxnSpPr>
          <p:spPr>
            <a:xfrm>
              <a:off x="3207274" y="1179342"/>
              <a:ext cx="2462" cy="8663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36978A3-135B-2737-BA71-5E83C6FB77CE}"/>
                </a:ext>
              </a:extLst>
            </p:cNvPr>
            <p:cNvSpPr/>
            <p:nvPr/>
          </p:nvSpPr>
          <p:spPr>
            <a:xfrm>
              <a:off x="1515363" y="579160"/>
              <a:ext cx="3388748" cy="21901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F8CC8F9-1A82-443E-840B-8A9136A1CCE1}"/>
                </a:ext>
              </a:extLst>
            </p:cNvPr>
            <p:cNvSpPr/>
            <p:nvPr/>
          </p:nvSpPr>
          <p:spPr>
            <a:xfrm>
              <a:off x="1515362" y="363334"/>
              <a:ext cx="3388748" cy="2158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u="sng" dirty="0">
                  <a:solidFill>
                    <a:schemeClr val="tx1"/>
                  </a:solidFill>
                </a:rPr>
                <a:t>Prefferences</a:t>
              </a:r>
              <a:endParaRPr lang="en-US" sz="1600" u="sng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C9A4F8C-3E4A-DC30-367A-DEEFD208BA83}"/>
              </a:ext>
            </a:extLst>
          </p:cNvPr>
          <p:cNvGrpSpPr/>
          <p:nvPr/>
        </p:nvGrpSpPr>
        <p:grpSpPr>
          <a:xfrm>
            <a:off x="214746" y="3014786"/>
            <a:ext cx="1369157" cy="759287"/>
            <a:chOff x="529383" y="478975"/>
            <a:chExt cx="1369157" cy="759287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ADAC36C-9BBC-0E19-E8FE-83160E91C457}"/>
                </a:ext>
              </a:extLst>
            </p:cNvPr>
            <p:cNvSpPr txBox="1"/>
            <p:nvPr/>
          </p:nvSpPr>
          <p:spPr>
            <a:xfrm>
              <a:off x="529383" y="622710"/>
              <a:ext cx="1369157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Logger.swift</a:t>
              </a:r>
            </a:p>
            <a:p>
              <a:pPr algn="ctr"/>
              <a:r>
                <a:rPr lang="en-US" sz="1100" dirty="0"/>
                <a:t>Initialize App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BD94BFF-3373-C807-2082-38ADE1B43EC9}"/>
                </a:ext>
              </a:extLst>
            </p:cNvPr>
            <p:cNvSpPr/>
            <p:nvPr/>
          </p:nvSpPr>
          <p:spPr>
            <a:xfrm>
              <a:off x="555510" y="622710"/>
              <a:ext cx="1316903" cy="615552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11B367A-CACF-B7BE-4E66-658BC9415A5F}"/>
                </a:ext>
              </a:extLst>
            </p:cNvPr>
            <p:cNvSpPr/>
            <p:nvPr/>
          </p:nvSpPr>
          <p:spPr>
            <a:xfrm rot="10800000" flipV="1">
              <a:off x="555510" y="478975"/>
              <a:ext cx="1316903" cy="143734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u="sng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Debug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B528942-8299-D408-9C68-AB6F7453E054}"/>
              </a:ext>
            </a:extLst>
          </p:cNvPr>
          <p:cNvSpPr txBox="1"/>
          <p:nvPr/>
        </p:nvSpPr>
        <p:spPr>
          <a:xfrm>
            <a:off x="1302126" y="171051"/>
            <a:ext cx="252239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ActionListHelper.swift</a:t>
            </a:r>
          </a:p>
          <a:p>
            <a:pPr algn="ctr"/>
            <a:r>
              <a:rPr lang="en-US" sz="1100" dirty="0"/>
              <a:t>Maintain List of Available Actions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98A699C-CE25-5202-75CC-015C4018F1AD}"/>
              </a:ext>
            </a:extLst>
          </p:cNvPr>
          <p:cNvSpPr txBox="1"/>
          <p:nvPr/>
        </p:nvSpPr>
        <p:spPr>
          <a:xfrm>
            <a:off x="603557" y="978255"/>
            <a:ext cx="20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SavedActions.swift</a:t>
            </a:r>
          </a:p>
        </p:txBody>
      </p: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9FF18436-D23C-9AE1-3F3D-A3612AD424E4}"/>
              </a:ext>
            </a:extLst>
          </p:cNvPr>
          <p:cNvGrpSpPr/>
          <p:nvPr/>
        </p:nvGrpSpPr>
        <p:grpSpPr>
          <a:xfrm>
            <a:off x="143528" y="4280836"/>
            <a:ext cx="6306443" cy="2405992"/>
            <a:chOff x="87408" y="2759395"/>
            <a:chExt cx="6328161" cy="2405992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D9D879F-D221-F785-ACD8-F37C7F7876CA}"/>
                </a:ext>
              </a:extLst>
            </p:cNvPr>
            <p:cNvSpPr txBox="1"/>
            <p:nvPr/>
          </p:nvSpPr>
          <p:spPr>
            <a:xfrm>
              <a:off x="3580875" y="3762959"/>
              <a:ext cx="26753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DetectionManager.swift</a:t>
              </a:r>
              <a:endParaRPr lang="en-US" sz="1100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56CC783-0C2F-E9BA-20C0-3D604DE12EC3}"/>
                </a:ext>
              </a:extLst>
            </p:cNvPr>
            <p:cNvSpPr txBox="1"/>
            <p:nvPr/>
          </p:nvSpPr>
          <p:spPr>
            <a:xfrm>
              <a:off x="423328" y="3156202"/>
              <a:ext cx="2504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ScreenZoneDetector.swift</a:t>
              </a:r>
              <a:endParaRPr lang="en-US" sz="10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8A7A469-EAF3-3324-475D-C7C9B1755CEE}"/>
                </a:ext>
              </a:extLst>
            </p:cNvPr>
            <p:cNvSpPr txBox="1"/>
            <p:nvPr/>
          </p:nvSpPr>
          <p:spPr>
            <a:xfrm>
              <a:off x="87408" y="3642878"/>
              <a:ext cx="28562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KeyboardShortcutDetector.swift</a:t>
              </a:r>
              <a:endParaRPr lang="en-US" sz="1000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E1234EC-03DB-6D06-EFAC-3E86144C90F0}"/>
                </a:ext>
              </a:extLst>
            </p:cNvPr>
            <p:cNvSpPr txBox="1"/>
            <p:nvPr/>
          </p:nvSpPr>
          <p:spPr>
            <a:xfrm>
              <a:off x="398619" y="4165900"/>
              <a:ext cx="2504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MouseButtonDetector.swift</a:t>
              </a:r>
              <a:endParaRPr lang="en-US" sz="1000" dirty="0"/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2FECE78D-B514-2237-E8D7-A45CDFBA11CC}"/>
                </a:ext>
              </a:extLst>
            </p:cNvPr>
            <p:cNvCxnSpPr>
              <a:cxnSpLocks/>
              <a:stCxn id="135" idx="3"/>
            </p:cNvCxnSpPr>
            <p:nvPr/>
          </p:nvCxnSpPr>
          <p:spPr>
            <a:xfrm flipV="1">
              <a:off x="2903146" y="4012012"/>
              <a:ext cx="711463" cy="3077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D1F2F2B0-2AF7-2E20-795F-70E63EDA6D89}"/>
                </a:ext>
              </a:extLst>
            </p:cNvPr>
            <p:cNvCxnSpPr>
              <a:cxnSpLocks/>
              <a:stCxn id="133" idx="3"/>
            </p:cNvCxnSpPr>
            <p:nvPr/>
          </p:nvCxnSpPr>
          <p:spPr>
            <a:xfrm>
              <a:off x="2927855" y="3310091"/>
              <a:ext cx="748508" cy="4262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AE7F4635-0389-4E85-1940-FF3BF38900EB}"/>
                </a:ext>
              </a:extLst>
            </p:cNvPr>
            <p:cNvCxnSpPr>
              <a:cxnSpLocks/>
              <a:stCxn id="134" idx="3"/>
              <a:endCxn id="132" idx="1"/>
            </p:cNvCxnSpPr>
            <p:nvPr/>
          </p:nvCxnSpPr>
          <p:spPr>
            <a:xfrm>
              <a:off x="2943672" y="3796767"/>
              <a:ext cx="637203" cy="1508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A041C2FA-E7DC-E71F-4A9B-58956B2B8176}"/>
                </a:ext>
              </a:extLst>
            </p:cNvPr>
            <p:cNvGrpSpPr/>
            <p:nvPr/>
          </p:nvGrpSpPr>
          <p:grpSpPr>
            <a:xfrm>
              <a:off x="160229" y="2759395"/>
              <a:ext cx="6255340" cy="2405992"/>
              <a:chOff x="1450207" y="363334"/>
              <a:chExt cx="3453904" cy="2405992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C120E07D-DFB8-F99E-1747-8018EC08B7D3}"/>
                  </a:ext>
                </a:extLst>
              </p:cNvPr>
              <p:cNvSpPr/>
              <p:nvPr/>
            </p:nvSpPr>
            <p:spPr>
              <a:xfrm>
                <a:off x="1450207" y="579160"/>
                <a:ext cx="3453904" cy="2190166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1B9A68CE-5D10-238D-CFD4-B7CC1449715A}"/>
                  </a:ext>
                </a:extLst>
              </p:cNvPr>
              <p:cNvSpPr/>
              <p:nvPr/>
            </p:nvSpPr>
            <p:spPr>
              <a:xfrm>
                <a:off x="1450208" y="363334"/>
                <a:ext cx="3453902" cy="215825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u="sng" dirty="0">
                    <a:solidFill>
                      <a:schemeClr val="tx1"/>
                    </a:solidFill>
                  </a:rPr>
                  <a:t>Gesture Detection</a:t>
                </a:r>
              </a:p>
            </p:txBody>
          </p:sp>
        </p:grp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91D83152-74F1-43BA-47A4-F84D23902B64}"/>
                </a:ext>
              </a:extLst>
            </p:cNvPr>
            <p:cNvSpPr txBox="1"/>
            <p:nvPr/>
          </p:nvSpPr>
          <p:spPr>
            <a:xfrm>
              <a:off x="1342340" y="4688922"/>
              <a:ext cx="15059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(Other Notifiers)</a:t>
              </a:r>
              <a:endParaRPr lang="en-US" sz="1000" dirty="0"/>
            </a:p>
          </p:txBody>
        </p: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6BC7565C-E206-F1FD-8591-BEF4FB92C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3672" y="4163203"/>
              <a:ext cx="876756" cy="6324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08EEBB4-82B8-BB3B-1B41-6858A330B5BD}"/>
                </a:ext>
              </a:extLst>
            </p:cNvPr>
            <p:cNvSpPr txBox="1"/>
            <p:nvPr/>
          </p:nvSpPr>
          <p:spPr>
            <a:xfrm>
              <a:off x="3780711" y="3124930"/>
              <a:ext cx="2275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GestureLookup.swift</a:t>
              </a:r>
            </a:p>
          </p:txBody>
        </p:sp>
      </p:grp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E40539AC-8A80-F176-BAF6-10032669A741}"/>
              </a:ext>
            </a:extLst>
          </p:cNvPr>
          <p:cNvCxnSpPr>
            <a:cxnSpLocks/>
            <a:stCxn id="198" idx="2"/>
            <a:endCxn id="132" idx="0"/>
          </p:cNvCxnSpPr>
          <p:nvPr/>
        </p:nvCxnSpPr>
        <p:spPr>
          <a:xfrm>
            <a:off x="4958038" y="5015703"/>
            <a:ext cx="55" cy="268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3F20923D-4C01-1FFB-3027-54881711DF59}"/>
              </a:ext>
            </a:extLst>
          </p:cNvPr>
          <p:cNvSpPr txBox="1"/>
          <p:nvPr/>
        </p:nvSpPr>
        <p:spPr>
          <a:xfrm>
            <a:off x="7208264" y="3338018"/>
            <a:ext cx="2399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Current Configuration</a:t>
            </a:r>
            <a:endParaRPr lang="en-US" sz="11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7E2ADF97-85F7-BEB0-CEA3-A6671CA99D02}"/>
              </a:ext>
            </a:extLst>
          </p:cNvPr>
          <p:cNvSpPr txBox="1"/>
          <p:nvPr/>
        </p:nvSpPr>
        <p:spPr>
          <a:xfrm>
            <a:off x="5455916" y="2297079"/>
            <a:ext cx="231353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ProfileManager.swift</a:t>
            </a:r>
            <a:endParaRPr lang="en-US" dirty="0"/>
          </a:p>
          <a:p>
            <a:pPr algn="ctr"/>
            <a:r>
              <a:rPr lang="en-US" sz="1100" dirty="0"/>
              <a:t>Switch Profile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DAB8A512-CA2E-666F-3602-3D6E0860AC4D}"/>
              </a:ext>
            </a:extLst>
          </p:cNvPr>
          <p:cNvSpPr txBox="1"/>
          <p:nvPr/>
        </p:nvSpPr>
        <p:spPr>
          <a:xfrm>
            <a:off x="7975586" y="2297078"/>
            <a:ext cx="333437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AppConfigurationManager.swift</a:t>
            </a:r>
          </a:p>
          <a:p>
            <a:pPr algn="ctr"/>
            <a:r>
              <a:rPr lang="en-US" sz="1100" dirty="0"/>
              <a:t>Manage App Specific Configurations</a:t>
            </a:r>
          </a:p>
        </p:txBody>
      </p: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FF458ADF-85FE-3227-0634-B8ECA98DDE4A}"/>
              </a:ext>
            </a:extLst>
          </p:cNvPr>
          <p:cNvCxnSpPr>
            <a:cxnSpLocks/>
            <a:stCxn id="49" idx="3"/>
            <a:endCxn id="218" idx="1"/>
          </p:cNvCxnSpPr>
          <p:nvPr/>
        </p:nvCxnSpPr>
        <p:spPr>
          <a:xfrm>
            <a:off x="5294850" y="2992325"/>
            <a:ext cx="1913414" cy="530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F74A8BF8-06E5-C515-3C33-317B594BA2BC}"/>
              </a:ext>
            </a:extLst>
          </p:cNvPr>
          <p:cNvCxnSpPr>
            <a:cxnSpLocks/>
            <a:stCxn id="49" idx="3"/>
            <a:endCxn id="219" idx="2"/>
          </p:cNvCxnSpPr>
          <p:nvPr/>
        </p:nvCxnSpPr>
        <p:spPr>
          <a:xfrm flipV="1">
            <a:off x="5294850" y="2835688"/>
            <a:ext cx="1317835" cy="156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987868E4-A4D4-608E-9269-795D42D5DE28}"/>
              </a:ext>
            </a:extLst>
          </p:cNvPr>
          <p:cNvCxnSpPr>
            <a:cxnSpLocks/>
            <a:stCxn id="219" idx="2"/>
            <a:endCxn id="218" idx="0"/>
          </p:cNvCxnSpPr>
          <p:nvPr/>
        </p:nvCxnSpPr>
        <p:spPr>
          <a:xfrm>
            <a:off x="6612685" y="2835688"/>
            <a:ext cx="1795494" cy="502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E64C1F15-9C62-709C-9FAE-9B96A53B72B9}"/>
              </a:ext>
            </a:extLst>
          </p:cNvPr>
          <p:cNvCxnSpPr>
            <a:cxnSpLocks/>
            <a:stCxn id="220" idx="1"/>
            <a:endCxn id="219" idx="3"/>
          </p:cNvCxnSpPr>
          <p:nvPr/>
        </p:nvCxnSpPr>
        <p:spPr>
          <a:xfrm flipH="1">
            <a:off x="7769453" y="2566383"/>
            <a:ext cx="20613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1E202034-8023-2EE2-6096-EF18D7EE6087}"/>
              </a:ext>
            </a:extLst>
          </p:cNvPr>
          <p:cNvCxnSpPr>
            <a:cxnSpLocks/>
            <a:stCxn id="218" idx="2"/>
            <a:endCxn id="198" idx="3"/>
          </p:cNvCxnSpPr>
          <p:nvPr/>
        </p:nvCxnSpPr>
        <p:spPr>
          <a:xfrm flipH="1">
            <a:off x="6091919" y="3707350"/>
            <a:ext cx="2316260" cy="1123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F8A97CCB-C238-198A-E79B-04791677A316}"/>
              </a:ext>
            </a:extLst>
          </p:cNvPr>
          <p:cNvGrpSpPr/>
          <p:nvPr/>
        </p:nvGrpSpPr>
        <p:grpSpPr>
          <a:xfrm>
            <a:off x="5475743" y="1007767"/>
            <a:ext cx="5859346" cy="3060485"/>
            <a:chOff x="1512162" y="-291159"/>
            <a:chExt cx="3391949" cy="3060485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57182E50-ECA6-9B76-0A23-27EFDBE691A9}"/>
                </a:ext>
              </a:extLst>
            </p:cNvPr>
            <p:cNvSpPr/>
            <p:nvPr/>
          </p:nvSpPr>
          <p:spPr>
            <a:xfrm>
              <a:off x="1515363" y="-80670"/>
              <a:ext cx="3388748" cy="28499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F22E52B5-2E82-0CB2-2018-4A5D9E8E70A8}"/>
                </a:ext>
              </a:extLst>
            </p:cNvPr>
            <p:cNvSpPr/>
            <p:nvPr/>
          </p:nvSpPr>
          <p:spPr>
            <a:xfrm>
              <a:off x="1512162" y="-291159"/>
              <a:ext cx="3388748" cy="2158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u="sng" dirty="0">
                  <a:solidFill>
                    <a:schemeClr val="tx1"/>
                  </a:solidFill>
                </a:rPr>
                <a:t>Configuration</a:t>
              </a:r>
              <a:endParaRPr lang="en-US" sz="1600" u="sng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A4AA3D40-8A2F-27CB-182C-93CBA443F156}"/>
              </a:ext>
            </a:extLst>
          </p:cNvPr>
          <p:cNvGrpSpPr/>
          <p:nvPr/>
        </p:nvGrpSpPr>
        <p:grpSpPr>
          <a:xfrm>
            <a:off x="6611354" y="4274691"/>
            <a:ext cx="5348479" cy="2405992"/>
            <a:chOff x="6421364" y="2744629"/>
            <a:chExt cx="5348479" cy="240599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181F658-D6D2-EFC0-3F02-11C40ADB21B8}"/>
                </a:ext>
              </a:extLst>
            </p:cNvPr>
            <p:cNvSpPr txBox="1"/>
            <p:nvPr/>
          </p:nvSpPr>
          <p:spPr>
            <a:xfrm>
              <a:off x="9456306" y="3555684"/>
              <a:ext cx="2313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PluginManager.swift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F4882F1-2A62-6C29-AD0D-0136BF85C2E7}"/>
                </a:ext>
              </a:extLst>
            </p:cNvPr>
            <p:cNvSpPr txBox="1"/>
            <p:nvPr/>
          </p:nvSpPr>
          <p:spPr>
            <a:xfrm>
              <a:off x="9901611" y="4133145"/>
              <a:ext cx="142292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Plugins</a:t>
              </a:r>
            </a:p>
            <a:p>
              <a:pPr algn="ctr"/>
              <a:r>
                <a:rPr lang="en-US" sz="1100" dirty="0"/>
                <a:t>Define Actions</a:t>
              </a:r>
            </a:p>
            <a:p>
              <a:pPr algn="ctr"/>
              <a:r>
                <a:rPr lang="en-US" sz="1100" dirty="0"/>
                <a:t>-BuiltIm Plugins</a:t>
              </a:r>
            </a:p>
            <a:p>
              <a:pPr algn="ctr"/>
              <a:r>
                <a:rPr lang="en-US" sz="1100" dirty="0"/>
                <a:t>-Imported Plugins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9FC8490D-953A-8475-32D4-2F470D3BEADE}"/>
                </a:ext>
              </a:extLst>
            </p:cNvPr>
            <p:cNvCxnSpPr>
              <a:cxnSpLocks/>
              <a:stCxn id="80" idx="0"/>
              <a:endCxn id="62" idx="2"/>
            </p:cNvCxnSpPr>
            <p:nvPr/>
          </p:nvCxnSpPr>
          <p:spPr>
            <a:xfrm flipV="1">
              <a:off x="10613074" y="3925016"/>
              <a:ext cx="1" cy="2081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3E23976-13C2-5202-54CF-3D7E72407A67}"/>
                </a:ext>
              </a:extLst>
            </p:cNvPr>
            <p:cNvSpPr txBox="1"/>
            <p:nvPr/>
          </p:nvSpPr>
          <p:spPr>
            <a:xfrm>
              <a:off x="9448312" y="2975220"/>
              <a:ext cx="2313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ActionExecutor.swift</a:t>
              </a: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124388F9-45EC-8A0E-7530-20FA7D12D14A}"/>
                </a:ext>
              </a:extLst>
            </p:cNvPr>
            <p:cNvSpPr txBox="1"/>
            <p:nvPr/>
          </p:nvSpPr>
          <p:spPr>
            <a:xfrm>
              <a:off x="6630196" y="3740350"/>
              <a:ext cx="26172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ExecutionManager.swift</a:t>
              </a:r>
            </a:p>
          </p:txBody>
        </p:sp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B9CA8121-EF86-51BA-02A7-35F13CD3372C}"/>
                </a:ext>
              </a:extLst>
            </p:cNvPr>
            <p:cNvCxnSpPr>
              <a:cxnSpLocks/>
              <a:stCxn id="62" idx="0"/>
              <a:endCxn id="99" idx="2"/>
            </p:cNvCxnSpPr>
            <p:nvPr/>
          </p:nvCxnSpPr>
          <p:spPr>
            <a:xfrm flipH="1" flipV="1">
              <a:off x="10605081" y="3344552"/>
              <a:ext cx="7994" cy="211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503624CC-393A-8F95-C200-7238CF937AB8}"/>
                </a:ext>
              </a:extLst>
            </p:cNvPr>
            <p:cNvCxnSpPr>
              <a:cxnSpLocks/>
              <a:stCxn id="289" idx="0"/>
              <a:endCxn id="99" idx="1"/>
            </p:cNvCxnSpPr>
            <p:nvPr/>
          </p:nvCxnSpPr>
          <p:spPr>
            <a:xfrm flipV="1">
              <a:off x="7938837" y="3159886"/>
              <a:ext cx="1509475" cy="5804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41D84DF2-E87E-9A01-E84E-4ECC9838507E}"/>
                </a:ext>
              </a:extLst>
            </p:cNvPr>
            <p:cNvGrpSpPr/>
            <p:nvPr/>
          </p:nvGrpSpPr>
          <p:grpSpPr>
            <a:xfrm>
              <a:off x="6421364" y="2744629"/>
              <a:ext cx="5282956" cy="2405992"/>
              <a:chOff x="1515362" y="363334"/>
              <a:chExt cx="3388749" cy="2405992"/>
            </a:xfrm>
          </p:grpSpPr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0587D8A7-80F7-5F3C-4D06-54DE17ADBE3D}"/>
                  </a:ext>
                </a:extLst>
              </p:cNvPr>
              <p:cNvSpPr/>
              <p:nvPr/>
            </p:nvSpPr>
            <p:spPr>
              <a:xfrm>
                <a:off x="1515363" y="579160"/>
                <a:ext cx="3388748" cy="219016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828E1802-C119-F2F8-A87B-05DA5BA644A5}"/>
                  </a:ext>
                </a:extLst>
              </p:cNvPr>
              <p:cNvSpPr/>
              <p:nvPr/>
            </p:nvSpPr>
            <p:spPr>
              <a:xfrm>
                <a:off x="1515362" y="363334"/>
                <a:ext cx="3388748" cy="21582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u="sng" dirty="0">
                    <a:solidFill>
                      <a:schemeClr val="tx1"/>
                    </a:solidFill>
                  </a:rPr>
                  <a:t>Execution</a:t>
                </a:r>
              </a:p>
            </p:txBody>
          </p:sp>
        </p:grpSp>
      </p:grp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E64C1F15-9C62-709C-9FAE-9B96A53B72B9}"/>
              </a:ext>
            </a:extLst>
          </p:cNvPr>
          <p:cNvCxnSpPr>
            <a:cxnSpLocks/>
            <a:stCxn id="132" idx="3"/>
            <a:endCxn id="289" idx="1"/>
          </p:cNvCxnSpPr>
          <p:nvPr/>
        </p:nvCxnSpPr>
        <p:spPr>
          <a:xfrm flipV="1">
            <a:off x="6291179" y="5455078"/>
            <a:ext cx="529007" cy="13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TextBox 402">
            <a:extLst>
              <a:ext uri="{FF2B5EF4-FFF2-40B4-BE49-F238E27FC236}">
                <a16:creationId xmlns:a16="http://schemas.microsoft.com/office/drawing/2014/main" id="{8E133BBD-A1DE-0405-23A0-0607F8127CA1}"/>
              </a:ext>
            </a:extLst>
          </p:cNvPr>
          <p:cNvSpPr txBox="1"/>
          <p:nvPr/>
        </p:nvSpPr>
        <p:spPr>
          <a:xfrm>
            <a:off x="7062454" y="1525656"/>
            <a:ext cx="2009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Full Configuration</a:t>
            </a:r>
          </a:p>
        </p:txBody>
      </p:sp>
      <p:cxnSp>
        <p:nvCxnSpPr>
          <p:cNvPr id="415" name="Straight Arrow Connector 414">
            <a:extLst>
              <a:ext uri="{FF2B5EF4-FFF2-40B4-BE49-F238E27FC236}">
                <a16:creationId xmlns:a16="http://schemas.microsoft.com/office/drawing/2014/main" id="{8AEDAD3A-3BC2-F8A6-B662-56D9C98C1FDD}"/>
              </a:ext>
            </a:extLst>
          </p:cNvPr>
          <p:cNvCxnSpPr>
            <a:cxnSpLocks/>
            <a:endCxn id="61" idx="3"/>
          </p:cNvCxnSpPr>
          <p:nvPr/>
        </p:nvCxnSpPr>
        <p:spPr>
          <a:xfrm flipH="1" flipV="1">
            <a:off x="3824517" y="440356"/>
            <a:ext cx="8135316" cy="414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0C9D2C11-853F-E836-B520-3465583ADFFE}"/>
              </a:ext>
            </a:extLst>
          </p:cNvPr>
          <p:cNvCxnSpPr>
            <a:cxnSpLocks/>
            <a:endCxn id="62" idx="3"/>
          </p:cNvCxnSpPr>
          <p:nvPr/>
        </p:nvCxnSpPr>
        <p:spPr>
          <a:xfrm>
            <a:off x="11948685" y="433347"/>
            <a:ext cx="11148" cy="4837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55FBFC8F-00CC-5D13-2F27-D957AA5E1DEA}"/>
              </a:ext>
            </a:extLst>
          </p:cNvPr>
          <p:cNvCxnSpPr>
            <a:cxnSpLocks/>
            <a:stCxn id="61" idx="2"/>
            <a:endCxn id="50" idx="0"/>
          </p:cNvCxnSpPr>
          <p:nvPr/>
        </p:nvCxnSpPr>
        <p:spPr>
          <a:xfrm>
            <a:off x="2563322" y="709660"/>
            <a:ext cx="1037153" cy="971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302E0D92-4D93-A7AA-8743-B3835120B20A}"/>
              </a:ext>
            </a:extLst>
          </p:cNvPr>
          <p:cNvCxnSpPr>
            <a:cxnSpLocks/>
            <a:stCxn id="50" idx="0"/>
            <a:endCxn id="403" idx="1"/>
          </p:cNvCxnSpPr>
          <p:nvPr/>
        </p:nvCxnSpPr>
        <p:spPr>
          <a:xfrm>
            <a:off x="3600475" y="1681416"/>
            <a:ext cx="3461979" cy="2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Arrow Connector 459">
            <a:extLst>
              <a:ext uri="{FF2B5EF4-FFF2-40B4-BE49-F238E27FC236}">
                <a16:creationId xmlns:a16="http://schemas.microsoft.com/office/drawing/2014/main" id="{A4324B04-BAD6-F652-E8C2-402CD8723072}"/>
              </a:ext>
            </a:extLst>
          </p:cNvPr>
          <p:cNvCxnSpPr>
            <a:cxnSpLocks/>
            <a:stCxn id="72" idx="0"/>
            <a:endCxn id="61" idx="2"/>
          </p:cNvCxnSpPr>
          <p:nvPr/>
        </p:nvCxnSpPr>
        <p:spPr>
          <a:xfrm flipV="1">
            <a:off x="1639870" y="709660"/>
            <a:ext cx="923452" cy="268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Arrow Connector 463">
            <a:extLst>
              <a:ext uri="{FF2B5EF4-FFF2-40B4-BE49-F238E27FC236}">
                <a16:creationId xmlns:a16="http://schemas.microsoft.com/office/drawing/2014/main" id="{588392F1-63D3-1491-AB14-5AB945E5E269}"/>
              </a:ext>
            </a:extLst>
          </p:cNvPr>
          <p:cNvCxnSpPr>
            <a:cxnSpLocks/>
            <a:endCxn id="72" idx="2"/>
          </p:cNvCxnSpPr>
          <p:nvPr/>
        </p:nvCxnSpPr>
        <p:spPr>
          <a:xfrm flipH="1" flipV="1">
            <a:off x="1639870" y="1347587"/>
            <a:ext cx="236280" cy="321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E0899A67-2DB9-E801-FC9B-71D414AEA586}"/>
              </a:ext>
            </a:extLst>
          </p:cNvPr>
          <p:cNvCxnSpPr>
            <a:cxnSpLocks/>
            <a:stCxn id="403" idx="2"/>
            <a:endCxn id="219" idx="0"/>
          </p:cNvCxnSpPr>
          <p:nvPr/>
        </p:nvCxnSpPr>
        <p:spPr>
          <a:xfrm flipH="1">
            <a:off x="6612685" y="1894988"/>
            <a:ext cx="1454473" cy="402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FEA40E1C-4EF6-B153-A94A-5A35E5F04025}"/>
              </a:ext>
            </a:extLst>
          </p:cNvPr>
          <p:cNvCxnSpPr>
            <a:cxnSpLocks/>
            <a:stCxn id="403" idx="2"/>
            <a:endCxn id="220" idx="0"/>
          </p:cNvCxnSpPr>
          <p:nvPr/>
        </p:nvCxnSpPr>
        <p:spPr>
          <a:xfrm>
            <a:off x="8067158" y="1894988"/>
            <a:ext cx="1575615" cy="402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481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E6796B6-702B-27BC-116F-F3A75BDAAE06}"/>
              </a:ext>
            </a:extLst>
          </p:cNvPr>
          <p:cNvSpPr/>
          <p:nvPr/>
        </p:nvSpPr>
        <p:spPr>
          <a:xfrm flipH="1">
            <a:off x="112164" y="151349"/>
            <a:ext cx="1728652" cy="35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3B16A2-EF51-C3D9-4EBD-08028D59E0A4}"/>
              </a:ext>
            </a:extLst>
          </p:cNvPr>
          <p:cNvSpPr/>
          <p:nvPr/>
        </p:nvSpPr>
        <p:spPr>
          <a:xfrm>
            <a:off x="1840816" y="214801"/>
            <a:ext cx="6296296" cy="3531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8BCC81-AB48-63E2-A2FF-737D0D497287}"/>
              </a:ext>
            </a:extLst>
          </p:cNvPr>
          <p:cNvSpPr/>
          <p:nvPr/>
        </p:nvSpPr>
        <p:spPr>
          <a:xfrm>
            <a:off x="112164" y="130721"/>
            <a:ext cx="1728652" cy="363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GESTURES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74C896-A383-29DA-E7D5-2BF0C828DCCC}"/>
              </a:ext>
            </a:extLst>
          </p:cNvPr>
          <p:cNvSpPr/>
          <p:nvPr/>
        </p:nvSpPr>
        <p:spPr>
          <a:xfrm>
            <a:off x="112164" y="500053"/>
            <a:ext cx="1728652" cy="363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SAVED 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6C4F88-C06B-464D-2B8C-1369A34EEA60}"/>
              </a:ext>
            </a:extLst>
          </p:cNvPr>
          <p:cNvSpPr/>
          <p:nvPr/>
        </p:nvSpPr>
        <p:spPr>
          <a:xfrm>
            <a:off x="112164" y="1227154"/>
            <a:ext cx="1728652" cy="363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PROFILES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12BA3F-DA15-2835-7C49-834AFE2FA046}"/>
              </a:ext>
            </a:extLst>
          </p:cNvPr>
          <p:cNvSpPr/>
          <p:nvPr/>
        </p:nvSpPr>
        <p:spPr>
          <a:xfrm>
            <a:off x="112164" y="854382"/>
            <a:ext cx="1728652" cy="363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PROFILES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1526DB-2D82-DBBB-F0E2-B89BF1DD3107}"/>
              </a:ext>
            </a:extLst>
          </p:cNvPr>
          <p:cNvSpPr/>
          <p:nvPr/>
        </p:nvSpPr>
        <p:spPr>
          <a:xfrm>
            <a:off x="112164" y="3119367"/>
            <a:ext cx="1728652" cy="5529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DEVELOPER</a:t>
            </a:r>
          </a:p>
          <a:p>
            <a:pPr algn="ctr"/>
            <a:r>
              <a:rPr lang="en-US" sz="700" dirty="0">
                <a:solidFill>
                  <a:schemeClr val="bg2">
                    <a:lumMod val="75000"/>
                  </a:schemeClr>
                </a:solidFill>
              </a:rPr>
              <a:t>*WHEN ENABLED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68088B-5801-8148-4D1C-EF1E625919D6}"/>
              </a:ext>
            </a:extLst>
          </p:cNvPr>
          <p:cNvSpPr txBox="1"/>
          <p:nvPr/>
        </p:nvSpPr>
        <p:spPr>
          <a:xfrm>
            <a:off x="112164" y="6284377"/>
            <a:ext cx="2322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Interface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3999AC-AF2F-5E58-5D44-7375443CA7B9}"/>
              </a:ext>
            </a:extLst>
          </p:cNvPr>
          <p:cNvSpPr txBox="1"/>
          <p:nvPr/>
        </p:nvSpPr>
        <p:spPr>
          <a:xfrm>
            <a:off x="8427115" y="214801"/>
            <a:ext cx="3764885" cy="594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Gestures: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 View Gesture 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Add/Remove Gestures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Change Configuration Profile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Reset button (Reset to default Gesture Configuration)</a:t>
            </a:r>
          </a:p>
          <a:p>
            <a:r>
              <a:rPr lang="en-US" sz="1600" dirty="0"/>
              <a:t>Saved Actions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Buttons to </a:t>
            </a:r>
            <a:r>
              <a:rPr lang="en-US" sz="1050" b="1" dirty="0"/>
              <a:t>Add/Edit/Remove</a:t>
            </a:r>
            <a:r>
              <a:rPr lang="en-US" sz="1050" dirty="0"/>
              <a:t> Saved Actions.</a:t>
            </a:r>
            <a:endParaRPr lang="en-US" sz="105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 list of applications with custom rules (either a specific profile or disabled gestures).</a:t>
            </a:r>
          </a:p>
          <a:p>
            <a:r>
              <a:rPr lang="en-US" sz="1600" dirty="0"/>
              <a:t>App Profiles: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Buttons to </a:t>
            </a:r>
            <a:r>
              <a:rPr lang="en-US" sz="1100" b="1" dirty="0"/>
              <a:t>Add/Edit/Remove</a:t>
            </a:r>
            <a:r>
              <a:rPr lang="en-US" sz="1100" dirty="0"/>
              <a:t> application rules.</a:t>
            </a:r>
            <a:endParaRPr 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 list of applications with custom rules (either a specific profile or disabled gestures).</a:t>
            </a:r>
          </a:p>
          <a:p>
            <a:r>
              <a:rPr lang="en-US" sz="1600" dirty="0"/>
              <a:t>Settings: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Enable Mouse Gestures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Launch at Login: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Haptic Feedback: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Menu Bar Icon:</a:t>
            </a:r>
            <a:r>
              <a:rPr lang="en-US" sz="1100" dirty="0"/>
              <a:t> Settings for the menu bar icon, including the "Hide from menu bar" option.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Import/Export App Settings, Reset App Button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Zone Configuration Settings:</a:t>
            </a:r>
            <a:r>
              <a:rPr lang="en-US" sz="1100" dirty="0"/>
              <a:t> Change Zone Sizes (May get moved to its own tab)</a:t>
            </a:r>
            <a:endParaRPr 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Updates:</a:t>
            </a:r>
            <a:r>
              <a:rPr lang="en-US" sz="1100" dirty="0"/>
              <a:t> A section for checking for application updates.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Developer Mode-</a:t>
            </a:r>
            <a:r>
              <a:rPr lang="en-US" sz="1100" dirty="0"/>
              <a:t> Enables Developer tag in the sidebar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+ All other relevant/Important settings.</a:t>
            </a:r>
          </a:p>
          <a:p>
            <a:r>
              <a:rPr lang="en-US" dirty="0"/>
              <a:t>Profiles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Lists Profiles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Buttons to </a:t>
            </a:r>
            <a:r>
              <a:rPr lang="en-US" sz="1100" b="1" dirty="0"/>
              <a:t>Add/Edit/Remove</a:t>
            </a:r>
            <a:r>
              <a:rPr lang="en-US" sz="1100" dirty="0"/>
              <a:t> Profiles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Import Export Profiles (Also Default Profiles)</a:t>
            </a:r>
          </a:p>
          <a:p>
            <a:r>
              <a:rPr lang="en-US" sz="1600" dirty="0"/>
              <a:t>Developer: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Enable Logging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Plugin Management Tool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C23C1-2507-DFC6-A4E0-9BE979051580}"/>
              </a:ext>
            </a:extLst>
          </p:cNvPr>
          <p:cNvSpPr/>
          <p:nvPr/>
        </p:nvSpPr>
        <p:spPr>
          <a:xfrm>
            <a:off x="112164" y="1587489"/>
            <a:ext cx="1728652" cy="363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SETTINGS</a:t>
            </a:r>
          </a:p>
        </p:txBody>
      </p:sp>
    </p:spTree>
    <p:extLst>
      <p:ext uri="{BB962C8B-B14F-4D97-AF65-F5344CB8AC3E}">
        <p14:creationId xmlns:p14="http://schemas.microsoft.com/office/powerpoint/2010/main" val="789756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2101</TotalTime>
  <Words>348</Words>
  <Application>Microsoft Macintosh PowerPoint</Application>
  <PresentationFormat>Widescreen</PresentationFormat>
  <Paragraphs>92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Walker Miller</dc:creator>
  <cp:lastModifiedBy>Walker Miller</cp:lastModifiedBy>
  <cp:revision>5</cp:revision>
  <dcterms:created xsi:type="dcterms:W3CDTF">2025-08-28T02:16:03Z</dcterms:created>
  <dcterms:modified xsi:type="dcterms:W3CDTF">2025-09-05T15:09:06Z</dcterms:modified>
</cp:coreProperties>
</file>